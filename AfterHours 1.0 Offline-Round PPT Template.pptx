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64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3072142" y="2282105"/>
            <a:ext cx="5950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677798" y="4545497"/>
            <a:ext cx="3483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672743" y="4160395"/>
            <a:ext cx="474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F80C44-61E7-CF1D-F718-159C6261F155}"/>
              </a:ext>
            </a:extLst>
          </p:cNvPr>
          <p:cNvSpPr txBox="1"/>
          <p:nvPr/>
        </p:nvSpPr>
        <p:spPr>
          <a:xfrm>
            <a:off x="416363" y="3652788"/>
            <a:ext cx="474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F81D9-405D-2B75-24AC-F9F0F8D84DE1}"/>
              </a:ext>
            </a:extLst>
          </p:cNvPr>
          <p:cNvSpPr txBox="1"/>
          <p:nvPr/>
        </p:nvSpPr>
        <p:spPr>
          <a:xfrm>
            <a:off x="1254760" y="2892735"/>
            <a:ext cx="9682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&amp; Problem Statement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C4E55-2C89-E28E-7AA6-A5533B4A2F3A}"/>
              </a:ext>
            </a:extLst>
          </p:cNvPr>
          <p:cNvSpPr txBox="1"/>
          <p:nvPr/>
        </p:nvSpPr>
        <p:spPr>
          <a:xfrm>
            <a:off x="1295400" y="3962400"/>
            <a:ext cx="697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What Exact Problem Are We Solving? For Whom Is This a Problem? and Why Does This Problem Matter?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1280160" y="2763311"/>
            <a:ext cx="886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dirty="0">
                <a:sym typeface="Archivo Black"/>
              </a:rPr>
              <a:t>Proposed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32ACF-BAB9-1D67-0E5E-BED41B9E4E80}"/>
              </a:ext>
            </a:extLst>
          </p:cNvPr>
          <p:cNvSpPr txBox="1"/>
          <p:nvPr/>
        </p:nvSpPr>
        <p:spPr>
          <a:xfrm>
            <a:off x="1280160" y="3833077"/>
            <a:ext cx="697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what the product does and show a simple user flow if applicable.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1402128" y="2895600"/>
            <a:ext cx="9804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GB" dirty="0">
                <a:sym typeface="Archivo Black"/>
              </a:rPr>
              <a:t>How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D7B36-4898-C0B1-91B5-7F7AFA169940}"/>
              </a:ext>
            </a:extLst>
          </p:cNvPr>
          <p:cNvSpPr txBox="1"/>
          <p:nvPr/>
        </p:nvSpPr>
        <p:spPr>
          <a:xfrm>
            <a:off x="1402128" y="3849855"/>
            <a:ext cx="6979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with an architecture diagram, the tech stack, the data source (synthetic is fine) and why this theme’s technology is needed</a:t>
            </a:r>
          </a:p>
        </p:txBody>
      </p:sp>
    </p:spTree>
    <p:extLst>
      <p:ext uri="{BB962C8B-B14F-4D97-AF65-F5344CB8AC3E}">
        <p14:creationId xmlns:p14="http://schemas.microsoft.com/office/powerpoint/2010/main" val="261586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1402128" y="2895600"/>
            <a:ext cx="9804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IN" dirty="0"/>
              <a:t>What we will Build</a:t>
            </a:r>
            <a:endParaRPr lang="en-GB" dirty="0">
              <a:sym typeface="Archivo Blac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D7B36-4898-C0B1-91B5-7F7AFA169940}"/>
              </a:ext>
            </a:extLst>
          </p:cNvPr>
          <p:cNvSpPr txBox="1"/>
          <p:nvPr/>
        </p:nvSpPr>
        <p:spPr>
          <a:xfrm>
            <a:off x="1402128" y="3849855"/>
            <a:ext cx="697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core features to be built and demoed (in short)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8ADD92-B052-52A2-BFA5-F8B651CB094E}"/>
              </a:ext>
            </a:extLst>
          </p:cNvPr>
          <p:cNvSpPr txBox="1"/>
          <p:nvPr/>
        </p:nvSpPr>
        <p:spPr>
          <a:xfrm>
            <a:off x="2294903" y="810036"/>
            <a:ext cx="9804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GB" dirty="0"/>
              <a:t>PPT Submission Guidelines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4F527-1D7F-8CCA-E0E8-3455A16311D7}"/>
              </a:ext>
            </a:extLst>
          </p:cNvPr>
          <p:cNvSpPr txBox="1"/>
          <p:nvPr/>
        </p:nvSpPr>
        <p:spPr>
          <a:xfrm>
            <a:off x="2147139" y="1812401"/>
            <a:ext cx="7897721" cy="39039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content must be relevant to the respective slide title and the proposed solution.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maximum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slides, including the cover slide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permitted. No additional slides are allowed.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font size must remain between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14–18 pt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content-heavy slides, lengthy paragraphs, and excessively small text. Use concise bullet points, diagrams, and visuals wherever appropriate.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a brief of your solution to have an understanding of the problem. </a:t>
            </a:r>
          </a:p>
          <a:p>
            <a:pPr algn="ctr">
              <a:lnSpc>
                <a:spcPct val="15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---DELETE THIS SLIDE BEFORE SUBMITTING---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44019-D759-9EF1-528B-F54B805A0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6DB8CF-2C4A-DDD8-B7AE-FD4CFDDF9D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77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194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9</cp:revision>
  <dcterms:created xsi:type="dcterms:W3CDTF">2026-10-16T15:16:25Z</dcterms:created>
  <dcterms:modified xsi:type="dcterms:W3CDTF">2026-10-29T04:04:33Z</dcterms:modified>
</cp:coreProperties>
</file>